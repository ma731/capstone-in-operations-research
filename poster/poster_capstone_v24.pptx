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</a:t>
            </a:r>
            <a:endParaRPr lang="en-US" sz="3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Pre-Registered Falsification Test for When Spatial and</a:t>
            </a:r>
            <a:endParaRPr lang="en-US" sz="3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Modelling Pay in Carbon-Aware Scheduling</a:t>
            </a:r>
            <a:endParaRPr lang="en-US" sz="35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cross-region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mean-leveling tests,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202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935957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mplexity_frontier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698213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819121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Cumulative savings vs. carbon-blind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jump once (transfer), then stay flat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joint covariance, the robust DRO, and copulas (Gaussian, Clayton, comonotone) each add nothing.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477489"/>
            <a:ext cx="6845808" cy="1331951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477489"/>
            <a:ext cx="146304" cy="133195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477489"/>
            <a:ext cx="6278880" cy="1331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mean-leveling test isolates the cause. Hold the covariance fixed and flatten the mean field, and the same cross-region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2026-06-27T11:37:37Z</dcterms:created>
  <dcterms:modified xsi:type="dcterms:W3CDTF">2026-06-27T11:37:37Z</dcterms:modified>
</cp:coreProperties>
</file>