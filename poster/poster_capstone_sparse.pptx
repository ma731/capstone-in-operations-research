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200400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30275784" cy="164592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4" name="Image 0" descr="figs/ie_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502920"/>
            <a:ext cx="329184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457200"/>
            <a:ext cx="16742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Price of Sophistication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212080" y="1783080"/>
            <a:ext cx="16742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i="1" dirty="0">
                <a:solidFill>
                  <a:srgbClr val="DCE9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When does extra modelling actually pay in carbon-aware data-center scheduling?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223224" y="7315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CE9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Marco Ortiz Togashi</a:t>
            </a:r>
            <a:pPr algn="r" indent="0" marL="0">
              <a:lnSpc>
                <a:spcPct val="120000"/>
              </a:lnSpc>
              <a:buNone/>
            </a:pPr>
            <a:endParaRPr lang="en-US" sz="18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9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Supervisor: Prof. Bissan Ghaddar  ·  IE University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8229600"/>
            <a:ext cx="27715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4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Just move the compute to the cleanest grid.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1280160" y="10972800"/>
            <a:ext cx="27715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800" dirty="0">
                <a:solidFill>
                  <a:srgbClr val="1620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That alone cuts worst-case carbon </a:t>
            </a:r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to 10%</a:t>
            </a:r>
            <a:pPr algn="ctr" indent="0" marL="0">
              <a:lnSpc>
                <a:spcPct val="108000"/>
              </a:lnSpc>
              <a:buNone/>
            </a:pPr>
            <a:r>
              <a:rPr lang="en-US" sz="3800" dirty="0">
                <a:solidFill>
                  <a:srgbClr val="1620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</a:t>
            </a:r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(18,000 to 46,000 tonnes CO2 a year).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280160" y="12801600"/>
            <a:ext cx="27715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3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Modelling how the grids correlate, on top of that, adds nothing.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5536692" y="14996160"/>
            <a:ext cx="19202400" cy="13311340"/>
          </a:xfrm>
          <a:prstGeom prst="rect">
            <a:avLst/>
          </a:prstGeom>
          <a:solidFill>
            <a:srgbClr val="FBFCFE"/>
          </a:solidFill>
          <a:ln w="15240">
            <a:solidFill>
              <a:srgbClr val="E2E8F1"/>
            </a:solidFill>
            <a:prstDash val="solid"/>
          </a:ln>
        </p:spPr>
      </p:sp>
      <p:pic>
        <p:nvPicPr>
          <p:cNvPr id="12" name="Image 1" descr="figs/lever_bar_pl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5292" y="15179040"/>
            <a:ext cx="18745200" cy="129455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8353220"/>
            <a:ext cx="2771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Out-of-sample worst-case carbon cut by active transfer, on three real grids.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280160" y="29496220"/>
            <a:ext cx="8628888" cy="310896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280160" y="29496220"/>
            <a:ext cx="8628888" cy="146304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6" name="Text 12"/>
          <p:cNvSpPr/>
          <p:nvPr/>
        </p:nvSpPr>
        <p:spPr>
          <a:xfrm>
            <a:off x="1280160" y="29999140"/>
            <a:ext cx="8628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about 0%</a:t>
            </a:r>
            <a:endParaRPr lang="en-US" sz="5200" dirty="0"/>
          </a:p>
        </p:txBody>
      </p:sp>
      <p:sp>
        <p:nvSpPr>
          <p:cNvPr id="17" name="Text 13"/>
          <p:cNvSpPr/>
          <p:nvPr/>
        </p:nvSpPr>
        <p:spPr>
          <a:xfrm>
            <a:off x="1600200" y="31462180"/>
            <a:ext cx="7988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extra benefit from correlation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and copula models, so keep it simple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10823448" y="29496220"/>
            <a:ext cx="8628888" cy="310896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9" name="Shape 15"/>
          <p:cNvSpPr/>
          <p:nvPr/>
        </p:nvSpPr>
        <p:spPr>
          <a:xfrm>
            <a:off x="10823448" y="29496220"/>
            <a:ext cx="8628888" cy="146304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20" name="Text 16"/>
          <p:cNvSpPr/>
          <p:nvPr/>
        </p:nvSpPr>
        <p:spPr>
          <a:xfrm>
            <a:off x="10823448" y="29999140"/>
            <a:ext cx="8628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M* = 3</a:t>
            </a:r>
            <a:endParaRPr lang="en-US" sz="5200" dirty="0"/>
          </a:p>
        </p:txBody>
      </p:sp>
      <p:sp>
        <p:nvSpPr>
          <p:cNvPr id="21" name="Text 17"/>
          <p:cNvSpPr/>
          <p:nvPr/>
        </p:nvSpPr>
        <p:spPr>
          <a:xfrm>
            <a:off x="11143488" y="31462180"/>
            <a:ext cx="7988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extreme an emergency must be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before robustness is worth it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20366736" y="29496220"/>
            <a:ext cx="8628888" cy="310896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19"/>
          <p:cNvSpPr/>
          <p:nvPr/>
        </p:nvSpPr>
        <p:spPr>
          <a:xfrm>
            <a:off x="20366736" y="29496220"/>
            <a:ext cx="8628888" cy="146304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24" name="Text 20"/>
          <p:cNvSpPr/>
          <p:nvPr/>
        </p:nvSpPr>
        <p:spPr>
          <a:xfrm>
            <a:off x="20366736" y="29999140"/>
            <a:ext cx="8628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of 17</a:t>
            </a:r>
            <a:endParaRPr lang="en-US" sz="5200" dirty="0"/>
          </a:p>
        </p:txBody>
      </p:sp>
      <p:sp>
        <p:nvSpPr>
          <p:cNvPr id="25" name="Text 21"/>
          <p:cNvSpPr/>
          <p:nvPr/>
        </p:nvSpPr>
        <p:spPr>
          <a:xfrm>
            <a:off x="20686776" y="31462180"/>
            <a:ext cx="7988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grids that ever get that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extreme, so robustness stays on the shelf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1280160" y="39602664"/>
            <a:ext cx="27715464" cy="2011680"/>
          </a:xfrm>
          <a:prstGeom prst="rect">
            <a:avLst/>
          </a:prstGeom>
          <a:solidFill>
            <a:srgbClr val="FAF1DF"/>
          </a:solidFill>
          <a:ln w="20320">
            <a:solidFill>
              <a:srgbClr val="E8A33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80160" y="39602664"/>
            <a:ext cx="201168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4"/>
          <p:cNvSpPr/>
          <p:nvPr/>
        </p:nvSpPr>
        <p:spPr>
          <a:xfrm>
            <a:off x="1920240" y="39922704"/>
            <a:ext cx="2177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spc="1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BOTTOM LINE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1920240" y="40535352"/>
            <a:ext cx="2177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Ship the simple migration scheduler now. Skip the joint-covariance and copula modelling. Turn robustness on only if conditions get worse than any real grid has seen.</a:t>
            </a:r>
            <a:endParaRPr lang="en-US" sz="2500" dirty="0"/>
          </a:p>
        </p:txBody>
      </p:sp>
      <p:sp>
        <p:nvSpPr>
          <p:cNvPr id="30" name="Shape 26"/>
          <p:cNvSpPr/>
          <p:nvPr/>
        </p:nvSpPr>
        <p:spPr>
          <a:xfrm>
            <a:off x="26791920" y="39684960"/>
            <a:ext cx="1847088" cy="1847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2" descr="figs/repo_q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938224" y="39831264"/>
            <a:ext cx="1554480" cy="1554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26755344" y="41422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code · data · thesis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2026-06-27T17:58:31Z</dcterms:created>
  <dcterms:modified xsi:type="dcterms:W3CDTF">2026-06-27T17:58:31Z</dcterms:modified>
</cp:coreProperties>
</file>